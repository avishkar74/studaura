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StudAura and say the project has two halves: the product, and the delivery chain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sign-in page. Mention it is a real app: Supabase auth, FastAPI backend, React frontend, responsive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gives auth and Postgres; everything else is 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request: browser, load balancer, ingress, then frontend or backend; backend talks to Supabase Postgres. Prometheus scrapes the backend; Grafana reads Prometheus.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green run. Every PR runs all gates. Only main publishes. Tags are always the commit SHA.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docker compose up, then the GHCR page with SHA tags.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Trivy scanned and what a clean result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terraform plan, then the AWS console VPC resource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cluster and node group in the console, then the destroy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kubectl get pods, svc, ingress and helm list; then the app through the load balancer.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to main, CI moves the deploy branch, ArgoCD applies it. Main is never pushed to by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/metrics, the Prometheus targets page, then the Grafana dashboard with traffic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real CI runs and the local pytest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the limits; graders respect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StudAura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Capture. Track. Revise.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YouTube-based learning workspace, shipped with a complete DevSecOps pipeline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GitHub Actions · Trivy · GHCR · Terraform · EKS · Helm · ArgoCD · Prometheus · Grafana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stud-aura.vercel.app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Avishkar Chavan · DevOps final capstone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StudAura does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videos or whole playlists; failures are reported per item.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880360" y="118872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63240" y="12984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169164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YouTube player that resumes where you stopped.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218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6118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with autosave, retry and conflict detection.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880360" y="3108960"/>
            <a:ext cx="2286000" cy="1783080"/>
          </a:xfrm>
          <a:prstGeom prst="roundRect">
            <a:avLst>
              <a:gd name="adj" fmla="val 410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63240" y="32186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+ revision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118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goal from real playback; a revision queue.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40680" y="1161288"/>
            <a:ext cx="3200400" cy="202082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17" name="Image 0" descr="D:/Resume projects/StudAura/docs/screenshots/landing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1188720"/>
            <a:ext cx="3145536" cy="196596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94960" y="32095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at stud-aura.vercel.app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507830" y="3493008"/>
            <a:ext cx="688660" cy="142646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20" name="Image 1" descr="D:/Resume projects/StudAura/docs/screenshots/app-signup-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262" y="3520440"/>
            <a:ext cx="633796" cy="1371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6520" y="35661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 through the EKS load balancer, on a phone-sized screen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TypeScript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TipTap editor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Playwright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2984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6916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 (async)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via Supabase JWKS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prometheus-fastapi-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instrumentator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6916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(multi-stage)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GHCR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AWS EKS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Helm, ArgoCD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21488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2148840"/>
            <a:ext cx="11887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20240" y="21488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92024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load balancer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ingress-nginx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31920" y="12344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31920" y="123444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x2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React SPA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931920" y="30632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3063240"/>
            <a:ext cx="19202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x2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92240" y="306324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2327"/>
          </a:solidFill>
          <a:ln w="15875">
            <a:solidFill>
              <a:srgbClr val="292D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3063240"/>
            <a:ext cx="22860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data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931920" y="420624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02327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420624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/metrics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420624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202327"/>
          </a:solidFill>
          <a:ln w="15875">
            <a:solidFill>
              <a:srgbClr val="FB92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4206240"/>
            <a:ext cx="22860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alerts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554480" y="2514600"/>
            <a:ext cx="36576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3474720" y="1600200"/>
            <a:ext cx="457200" cy="77724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474720" y="2651760"/>
            <a:ext cx="457200" cy="77724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852160" y="3429000"/>
            <a:ext cx="6400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4892040" y="3794760"/>
            <a:ext cx="0" cy="41148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H="1">
            <a:off x="5852160" y="4544568"/>
            <a:ext cx="640080" cy="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3931920" y="2148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goes to the frontend,  /api  goes to the backend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lint, tests, build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0312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0312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non-root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4048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4048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then GHCR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57784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7784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branch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0" y="1097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0" y="1097280"/>
            <a:ext cx="1463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cluster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828800" y="153162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566160" y="153162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303520" y="153162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040880" y="1531620"/>
            <a:ext cx="27432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457200" y="22402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every pull request and every push to main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on a real PostgreSQL service; a skipped test fails the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tagged with the commit SHA only, never latest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axe accessibility checks on main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224528" y="2167128"/>
            <a:ext cx="4489704" cy="218604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20" name="Image 0" descr="D:/Resume projects/StudAura/docs/screenshots/github-actions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194560"/>
            <a:ext cx="4434840" cy="21311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251960" y="438060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run on main: all jobs passed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and registry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8283" y="1115568"/>
            <a:ext cx="3106793" cy="288950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5" name="Image 0" descr="D:/Resume projects/StudAura/docs/screenshots/terminal-compose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15" y="1143000"/>
            <a:ext cx="3051929" cy="28346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0325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767328" y="1115568"/>
            <a:ext cx="4946904" cy="2364356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8" name="Image 1" descr="D:/Resume projects/StudAura/docs/screenshots/ghcr-back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143000"/>
            <a:ext cx="4892040" cy="230949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794760" y="3507356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GHCR: studaura-backend, commit-SHA tags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3794760" y="3931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Dockerfiles, both images run as non-root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commit SHAs; no latest tag is published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with Trivy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are scanned before they are pushed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fixable HIGH or CRITICAL blocks the publish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and rendered Helm manifests are scanned on every PR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Non-root, read-only filesystem, dropped capabilities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in Git; actions pinned to commit SHAs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021315" y="1115568"/>
            <a:ext cx="4667531" cy="270662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6" name="Image 0" descr="D:/Resume projects/StudAura/docs/screenshots/trivy-report-bac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8747" y="1143000"/>
            <a:ext cx="4612667" cy="2651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384962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image: 0 vulnerabilities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023360" y="4206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run of the HIGH gate caught two Starlette CVEs; upgrading cleared them.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VPC and EKS as code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383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2 public and 2 private subnets in 2 zones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and a NAT gateway for the nodes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and a managed node group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roles, KMS key, add-ons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terraform.tfvars.example, no credentials in Git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tests run in CI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034604" y="1115568"/>
            <a:ext cx="4640952" cy="211226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6" name="Image 0" descr="D:/Resume projects/StudAura/docs/screenshots/aws-v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2036" y="1143000"/>
            <a:ext cx="4586088" cy="2057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023360" y="325526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console: VPC resource map, Sydney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995928" y="3538728"/>
            <a:ext cx="1883664" cy="1378452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9" name="Image 1" descr="D:/Resume projects/StudAura/docs/screenshots/terraform-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3566160"/>
            <a:ext cx="1828800" cy="132358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035040" y="3566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035040" y="3639312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4000" dirty="0"/>
          </a:p>
        </p:txBody>
      </p:sp>
      <p:sp>
        <p:nvSpPr>
          <p:cNvPr id="12" name="Text 7"/>
          <p:cNvSpPr txBox="1"/>
          <p:nvPr/>
        </p:nvSpPr>
        <p:spPr>
          <a:xfrm>
            <a:off x="6126480" y="4359859"/>
            <a:ext cx="246888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in one plan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applied and destroyed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29768" y="1115568"/>
            <a:ext cx="4169664" cy="1922301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5" name="Image 0" descr="D:/Resume projects/StudAura/docs/screenshots/aws-eks-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114800" cy="186743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065301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studaura-demo, Active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636008" y="1115568"/>
            <a:ext cx="4078224" cy="1798950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8" name="Image 1" descr="D:/Resume projects/StudAura/docs/screenshots/aws-eks-node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74408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294195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group: 2 x c7i-flex.large, Ready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905025" y="3493008"/>
            <a:ext cx="2304749" cy="115214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11" name="Image 2" descr="D:/Resume projects/StudAura/docs/screenshots/terraform-destro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57" y="3520440"/>
            <a:ext cx="2249885" cy="109728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57200" y="46725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destroy: 35 destroyed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4023360" y="36118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init, plan and apply all run from the CLI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once the evidence was captured, so nothing keeps billing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and Helm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backend + 2 frontend pods, autoscaling 2 to 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Services; one Ingress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goes to the frontend, /api to the backend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runs as a hook Job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0936" y="3127248"/>
            <a:ext cx="2395728" cy="151790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6" name="Image 0" descr="D:/Resume projects/StudAura/docs/screenshots/app-login-via-in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154680"/>
            <a:ext cx="2340864" cy="1463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6725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through the Ingress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950208" y="1115568"/>
            <a:ext cx="4764024" cy="2052215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9" name="Image 1" descr="D:/Resume projects/StudAura/docs/screenshots/terminal-kubect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143000"/>
            <a:ext cx="4709160" cy="199735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977640" y="3195215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pods,svc,ingress -n studaura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020010" y="3721608"/>
            <a:ext cx="4624419" cy="69494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12" name="Image 2" descr="D:/Resume projects/StudAura/docs/screenshots/terminal-he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442" y="3749040"/>
            <a:ext cx="4569555" cy="6400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977640" y="444398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list -A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with ArgoCD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365760" y="10972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02327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514600" y="10972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02327"/>
          </a:solidFill>
          <a:ln w="15875">
            <a:solidFill>
              <a:srgbClr val="F21D3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1460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publish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 GHCR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1097280"/>
            <a:ext cx="17373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branch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image.yaml: SHA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109728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202327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1097280"/>
            <a:ext cx="1965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+ self-heal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103120" y="1481328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251960" y="1481328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400800" y="1481328"/>
            <a:ext cx="411480" cy="0"/>
          </a:xfrm>
          <a:prstGeom prst="line">
            <a:avLst/>
          </a:prstGeom>
          <a:noFill/>
          <a:ln w="19050">
            <a:solidFill>
              <a:srgbClr val="B8BEC7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07232" y="2075688"/>
            <a:ext cx="4437696" cy="256946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16" name="Image 0" descr="D:/Resume projects/StudAura/docs/screenshots/argocd-appl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664" y="2103120"/>
            <a:ext cx="4382832" cy="2514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7200" y="46725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ArgoCD: Healthy, Synced to the deploy branch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623560" y="2194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pulls its state from Git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holds no cluster credentials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 reverts manual drift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035710" y="3904488"/>
            <a:ext cx="2238940" cy="51206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20" name="Image 1" descr="D:/Resume projects/StudAura/docs/screenshots/terminal-argocd-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142" y="3931920"/>
            <a:ext cx="2184076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623560" y="444398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80713" y="1115568"/>
            <a:ext cx="4067774" cy="224942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5" name="Image 0" descr="D:/Resume projects/StudAura/docs/screenshots/prometheus-targ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145" y="1143000"/>
            <a:ext cx="4012910" cy="21945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39242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Prometheus: both backend pods UP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636008" y="1115568"/>
            <a:ext cx="4078224" cy="1958457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8" name="Image 1" descr="D:/Resume projects/StudAura/docs/screenshots/grafana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90359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663440" y="3101457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 StudAura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4711773" y="3447288"/>
            <a:ext cx="2646535" cy="1472184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11" name="Image 2" descr="D:/Resume projects/StudAura/docs/screenshots/prometheus-http-reques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205" y="3474720"/>
            <a:ext cx="2591671" cy="1417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57200" y="37947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ServiceMonitor scrapes /metrics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Alerts: backend down, 5xx,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provisioned from Git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7498080" y="352044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request rate by status class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61872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674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tests, real PostgreSQL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46120" y="1261872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33756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unit tests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1887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261872"/>
            <a:ext cx="2651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1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2039112"/>
            <a:ext cx="24688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merged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" y="2715768"/>
            <a:ext cx="2249424" cy="2242229"/>
          </a:xfrm>
          <a:prstGeom prst="rect">
            <a:avLst/>
          </a:prstGeom>
          <a:solidFill>
            <a:srgbClr val="17191C"/>
          </a:solidFill>
          <a:ln w="12700">
            <a:solidFill>
              <a:srgbClr val="292D32"/>
            </a:solidFill>
            <a:prstDash val="solid"/>
          </a:ln>
        </p:spPr>
      </p:sp>
      <p:pic>
        <p:nvPicPr>
          <p:cNvPr id="14" name="Image 0" descr="D:/Resume projects/StudAura/docs/screenshots/terminal-py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0"/>
            <a:ext cx="2194560" cy="218736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78892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-v on the evidence run: 656 passed; 674 now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use a throwaway database and a fake YouTube adapter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runs on desktop and phone sizes, with axe WCAG 2 A/AA scans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scan clean: zero fixable HIGH or CRITICAL findings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and limits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reviewed pull requests keep CI green.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is only trustworthy if every gate can fail.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removes cluster credentials from CI.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account policies shape the architecture as much as the code.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17191C"/>
          </a:solidFill>
          <a:ln w="9525">
            <a:solidFill>
              <a:srgbClr val="292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only: no domain or certificate yet.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 Mumbai, cluster in Sydney: about 260 ms per query.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data is not persisted.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is destroyed once the evidence is captured, to avoid cost.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StudAura: DevSecOps capstone</dc:title>
  <dc:subject>PptxGenJS Presentation</dc:subject>
  <dc:creator>Avishkar Chavan</dc:creator>
  <cp:lastModifiedBy>Avishkar Chavan</cp:lastModifiedBy>
  <cp:revision>1</cp:revision>
  <dcterms:created xsi:type="dcterms:W3CDTF">2026-10-16T17:48:56Z</dcterms:created>
  <dcterms:modified xsi:type="dcterms:W3CDTF">2026-10-16T17:48:56Z</dcterms:modified>
</cp:coreProperties>
</file>