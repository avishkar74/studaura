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StudAura and say the project has two halves: the product, and the delivery chain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areas quickly; the point is that the app is real, not a toy.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Supabase gives auth and Postgres; everything else is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request: browser, load balancer, ingress, then frontend or backend; backend talks to Supabase Postgres. Prometheus scrapes the backend; Grafana reads Prometheus.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 runs all gates. Only main publishes. Tags are always the commit SHA.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Trivy scanned and what a clean result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terraform plan, then the AWS console with the VPC and the EKS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kubectl get pods, svc, ingress and helm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to main, CI moves the deploy branch, ArgoCD applies it. Main is never pushed to by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/metrics, the Prometheus targets page, then the Grafana dashboard with traffic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from the real CI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limits; graders respect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StudAura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Watch. Capture. Track. Revise.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YouTube-based learning workspace, shipped with a complete DevSecOps pipeline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GitHub Actions · Trivy · GHCR · Terraform · EKS · Helm · ArgoCD · Prometheus · Grafana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Avishkar Chavan · DevOps final capstone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StudAura does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single videos or whole playlists; partial failures are reported per item.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377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and progress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YouTube player that resumes where you stopped. Position and status are separate fields.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that never get lost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5204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text, 1.5 s autosave, Saving / Saved / error with retry, and conflict detection.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54880" y="30175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3776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and revision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35204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watch-time goal from observed playback only; a revision queue with reschedule.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TypeScript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TipTap editor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Playwright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46120" y="1188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16916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 (async)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via Supabase JWKS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prometheus-fastapi-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18872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69164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(multi-stage)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Trivy, GHCR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AWS EKS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Helm, ArgoCD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365760" y="214884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292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5760" y="2148840"/>
            <a:ext cx="1188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920240" y="21488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F21D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920240" y="2148840"/>
            <a:ext cx="15544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load balancer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ingress-nginx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931920" y="12344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31920" y="1234440"/>
            <a:ext cx="19202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x2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React SPA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31920" y="30632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31920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x2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92240" y="30632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292D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92240" y="3063240"/>
            <a:ext cx="2286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data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931920" y="42062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02327"/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4206240"/>
            <a:ext cx="19202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/metrics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42062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202327"/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4206240"/>
            <a:ext cx="22860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alerts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554480" y="2514600"/>
            <a:ext cx="36576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V="1">
            <a:off x="3474720" y="1600200"/>
            <a:ext cx="457200" cy="77724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474720" y="2651760"/>
            <a:ext cx="457200" cy="77724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852160" y="3429000"/>
            <a:ext cx="64008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V="1">
            <a:off x="4892040" y="3794760"/>
            <a:ext cx="0" cy="41148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 flipH="1">
            <a:off x="5852160" y="4544568"/>
            <a:ext cx="640080" cy="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3931920" y="2148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goes to the frontend,  /api  goes to the backend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365760" y="137160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202327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5760" y="1371600"/>
            <a:ext cx="14630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ruff, mypy, pytest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ESLint, tsc, vitest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helm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103120" y="137160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202327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103120" y="1371600"/>
            <a:ext cx="14630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both, non-root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40480" y="137160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202327"/>
          </a:solidFill>
          <a:ln w="15875">
            <a:solidFill>
              <a:srgbClr val="F21D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40480" y="1371600"/>
            <a:ext cx="14630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gate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push to GHCR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577840" y="137160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0" y="1371600"/>
            <a:ext cx="14630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tag 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branch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0" y="137160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0" y="1371600"/>
            <a:ext cx="14630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the cluster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828800" y="1920240"/>
            <a:ext cx="27432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566160" y="1920240"/>
            <a:ext cx="27432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303520" y="1920240"/>
            <a:ext cx="27432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040880" y="1920240"/>
            <a:ext cx="27432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457200" y="29260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 every pull request and every push to main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runs against a real PostgreSQL service; a skipped test fails the build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tagged with the commit SHA only, never latest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axe accessibility checks run on main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on both images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frontend are scanned before they are pushed. A fixable HIGH or CRITICAL blocks the push.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377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scanned too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and the rendered Helm manifests get a misconfiguration scan on every PR.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5204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containers, read-only root filesystem, dropped capabilities, namespace-scoped RBAC.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54880" y="30175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3776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Git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35204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secrets live in the cluster; actions are pinned to commit SHAs; history is scanned clean.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code: Terraform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with two public and two private subnets across two zones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and a NAT gateway for private nodes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 with a managed node group (2 x c7i-flex.large)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for the cluster, the nodes and GitHub OIDC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terraform.tfvars.example documents every setting; no credentials in Git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tests run in CI with a mocked AWS provider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760720" y="1325880"/>
            <a:ext cx="2926080" cy="3108960"/>
          </a:xfrm>
          <a:prstGeom prst="roundRect">
            <a:avLst>
              <a:gd name="adj" fmla="val 2500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60720" y="1554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in one plan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291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init, plan, apply and destroy are all run from the CLI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and Helm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frontend: 2 replicas each, CPU autoscaling up to 4, spread across nodes.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377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Services. One Ingress: / goes to the frontend, /api to the backend. /metrics is not exposed.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releases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5204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runs once per release as a hook Job. The chart refuses to render without an image tag.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54880" y="30175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3776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35204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for liveness, /ready (checks the database) for readiness, plus a startup probe.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with ArgoCD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365760" y="13716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202327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5760" y="1371600"/>
            <a:ext cx="17373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514600" y="13716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202327"/>
          </a:solidFill>
          <a:ln w="15875">
            <a:solidFill>
              <a:srgbClr val="F21D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514600" y="1371600"/>
            <a:ext cx="17373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publish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in GHCR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1371600"/>
            <a:ext cx="17373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branch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image.yaml: SHA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12280" y="13716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12280" y="1371600"/>
            <a:ext cx="19659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+ self-heal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103120" y="1828800"/>
            <a:ext cx="41148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251960" y="1828800"/>
            <a:ext cx="41148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400800" y="1828800"/>
            <a:ext cx="41148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 pulls its desired state from Git; CI holds no cluster credentials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sync with prune and self-heal reverts manual drift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runs first, as a PreSync hook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back a release is a Git revert on the deploy branch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rate, latency by route, status classes, plus business counters for imports, progress and note-save failures. No user or video IDs as labels.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46120" y="1188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16916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kube-prometheus-stack. A ServiceMonitor scrapes both backend pods; both show UP on the targets page.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18872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alerts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69164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StudAura dashboard: 8 panels. Alerts for a backend down, 5xx above 5%, database unreachable.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417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371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unit tests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91840" y="12801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91840" y="1417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merged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12801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1417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fixable HIGH / CRITICAL findings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use a throwaway database and a fake YouTube adapter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runs on desktop and phone sizes, with axe WCAG 2 A/AA scans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and limits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reviewed pull requests keep CI green.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is only trustworthy if every gate can fail.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removes cluster credentials from CI.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account policies shape the architecture as much as the code.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377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only: no domain or certificate yet.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 Mumbai, cluster in Sydney: about 260 ms per query.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data is not persisted.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 bills hourly, so it is destroyed after the demo.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StudAura: DevSecOps capstone</dc:title>
  <dc:subject>PptxGenJS Presentation</dc:subject>
  <dc:creator>Avishkar Chavan</dc:creator>
  <cp:lastModifiedBy>Avishkar Chavan</cp:lastModifiedBy>
  <cp:revision>1</cp:revision>
  <dcterms:created xsi:type="dcterms:W3CDTF">2026-10-16T11:43:27Z</dcterms:created>
  <dcterms:modified xsi:type="dcterms:W3CDTF">2026-10-16T11:43:27Z</dcterms:modified>
</cp:coreProperties>
</file>