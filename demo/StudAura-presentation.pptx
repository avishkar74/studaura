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StudAura and say the project has two halves: the product, and the delivery chain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sign-in page. Mention it is a real app: Supabase auth, FastAPI backend, React frontend, responsive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Supabase gives auth and Postgres; everything else is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request: browser, load balancer, ingress, then frontend or backend; backend talks to Supabase Postgres. Prometheus scrapes the backend; Grafana reads Prometheus.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green run. Every PR runs all gates. Only main publishes. Tags are always the commit SHA.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docker compose up, then the GHCR page with SHA tags.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Trivy scanned and what a clean result means.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terraform plan, then the AWS console VPC resource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cluster and node group in the console, then the destroy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kubectl get pods, svc, ingress and helm list; then the app through the load balancer.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 to main, CI moves the deploy branch, ArgoCD applies it. Main is never pushed to by automation.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/metrics, the Prometheus targets page, then the Grafana dashboard with traffic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real CI runs and the local pytest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limits; graders respect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StudAura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Watch. Capture. Track. Revise.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YouTube-based learning workspace, shipped with a complete DevSecOps pipeline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GitHub Actions · Trivy · GHCR · Terraform · EKS · Helm · ArgoCD · Prometheus · Grafana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Avishkar Chavan · DevOps final capstone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StudAura does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paths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videos or whole playlists; failures are reported per item.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880360" y="118872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63240" y="12984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69164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YouTube player that resumes where you stopped.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10896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218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118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text with autosave, retry and conflict detection.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880360" y="310896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3218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+ revision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36118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goal from real playback; a revision queue.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40680" y="1161288"/>
            <a:ext cx="3200400" cy="202082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7" name="Image 0" descr="D:/Resume projects/StudAura/docs/screenshots/app-localhost-3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8112" y="1188720"/>
            <a:ext cx="3145536" cy="19659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94960" y="320954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Compose, localhost:3000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507830" y="3493008"/>
            <a:ext cx="688660" cy="142646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20" name="Image 1" descr="D:/Resume projects/StudAura/docs/screenshots/app-signup-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62" y="3520440"/>
            <a:ext cx="633796" cy="1371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46520" y="356616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app through the EKS load balancer, on a phone-sized screen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TypeScript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TipTap editor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Playwright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2900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 (async)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migrations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via Supabase JWKS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prometheus-fastapi-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instrumentator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169164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(multi-stage)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Trivy, GHCR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AWS EKS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Helm, ArgoCD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214884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2148840"/>
            <a:ext cx="11887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92024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load balancer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ingress-nginx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931920" y="12344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1234440"/>
            <a:ext cx="19202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x2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React SPA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931920" y="30632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x2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92240" y="306324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292D3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92240" y="306324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data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931920" y="420624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202327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31920" y="42062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/metrics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92240" y="4206240"/>
            <a:ext cx="2286000" cy="685800"/>
          </a:xfrm>
          <a:prstGeom prst="roundRect">
            <a:avLst>
              <a:gd name="adj" fmla="val 10667"/>
            </a:avLst>
          </a:prstGeom>
          <a:solidFill>
            <a:srgbClr val="202327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alerts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554480" y="2514600"/>
            <a:ext cx="36576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3474720" y="1600200"/>
            <a:ext cx="457200" cy="77724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474720" y="2651760"/>
            <a:ext cx="457200" cy="77724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852160" y="3429000"/>
            <a:ext cx="6400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892040" y="3794760"/>
            <a:ext cx="0" cy="411480"/>
          </a:xfrm>
          <a:prstGeom prst="line">
            <a:avLst/>
          </a:prstGeom>
          <a:noFill/>
          <a:ln w="19050">
            <a:solidFill>
              <a:srgbClr val="FB923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>
            <a:off x="5852160" y="4544568"/>
            <a:ext cx="640080" cy="0"/>
          </a:xfrm>
          <a:prstGeom prst="line">
            <a:avLst/>
          </a:prstGeom>
          <a:noFill/>
          <a:ln w="19050">
            <a:solidFill>
              <a:srgbClr val="FB923C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3931920" y="2148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goes to the frontend,  /api  goes to the backend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09728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1097280"/>
            <a:ext cx="146304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lint, tests, build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103120" y="109728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097280"/>
            <a:ext cx="146304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non-root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40480" y="109728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0" y="1097280"/>
            <a:ext cx="146304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Trivy, then GHCR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577840" y="109728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0" y="1097280"/>
            <a:ext cx="146304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branch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0" y="109728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1097280"/>
            <a:ext cx="146304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cluster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828800" y="153162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566160" y="153162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303520" y="153162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040880" y="153162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57200" y="224028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every pull request and every push to main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on a real PostgreSQL service; a skipped test fails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tagged with the commit SHA only, never latest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+ axe accessibility checks on main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24528" y="2167128"/>
            <a:ext cx="4489704" cy="218604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20" name="Image 0" descr="D:/Resume projects/StudAura/docs/screenshots/github-actions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2194560"/>
            <a:ext cx="4434840" cy="21311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251960" y="4380604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run on main: all jobs passed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and registry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8283" y="1115568"/>
            <a:ext cx="3106793" cy="288950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5" name="Image 0" descr="D:/Resume projects/StudAura/docs/screenshots/terminal-compose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15" y="1143000"/>
            <a:ext cx="3051929" cy="2834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03250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767328" y="1115568"/>
            <a:ext cx="4946904" cy="2364356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8" name="Image 1" descr="D:/Resume projects/StudAura/docs/screenshots/ghcr-back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143000"/>
            <a:ext cx="4892040" cy="230949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794760" y="3507356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GHCR: studaura-backend, commit-SHA tags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3794760" y="39319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Dockerfiles, both images run as non-root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are commit SHAs; no latest tag is published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with Trivy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images are scanned before they are pushed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fixable HIGH or CRITICAL blocks the publish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and rendered Helm manifests are scanned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Non-root, read-only filesystem, dropped capabilities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in Git; actions pinned to commit SHAs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021315" y="1115568"/>
            <a:ext cx="4667531" cy="270662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6" name="Image 0" descr="D:/Resume projects/StudAura/docs/screenshots/trivy-report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8747" y="1143000"/>
            <a:ext cx="4612667" cy="2651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023360" y="384962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image: 0 vulnerabilities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023360" y="4206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run of the HIGH gate caught two Starlette CVEs; upgrading cleared them.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Terraform: VPC and EKS as code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with 2 public and 2 private subnets in 2 zones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and a NAT gateway for the nodes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cluster and a managed node group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roles, KMS key, add-ons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terraform.tfvars.example, no credentials in Git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tests run in CI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034604" y="1115568"/>
            <a:ext cx="4640952" cy="211226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6" name="Image 0" descr="D:/Resume projects/StudAura/docs/screenshots/aws-v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2036" y="1143000"/>
            <a:ext cx="4586088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023360" y="325526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console: VPC resource map, Sydney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3995928" y="3538728"/>
            <a:ext cx="1883664" cy="1378452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9" name="Image 1" descr="D:/Resume projects/StudAura/docs/screenshots/terraform-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566160"/>
            <a:ext cx="1828800" cy="1323588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035040" y="3566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035040" y="3639312"/>
            <a:ext cx="2651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12" name="Text 7"/>
          <p:cNvSpPr txBox="1"/>
          <p:nvPr/>
        </p:nvSpPr>
        <p:spPr>
          <a:xfrm>
            <a:off x="6126480" y="4359859"/>
            <a:ext cx="24688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in one plan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Terraform: applied and destroyed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29768" y="1115568"/>
            <a:ext cx="4169664" cy="1922301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5" name="Image 0" descr="D:/Resume projects/StudAura/docs/screenshots/aws-eks-clu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114800" cy="186743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065301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cluster studaura-demo, Active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636008" y="1115568"/>
            <a:ext cx="4078224" cy="1798950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8" name="Image 1" descr="D:/Resume projects/StudAura/docs/screenshots/aws-eks-node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174408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294195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group: 2 x c7i-flex.large, Ready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905025" y="3493008"/>
            <a:ext cx="2304749" cy="115214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1" name="Image 2" descr="D:/Resume projects/StudAura/docs/screenshots/terraform-destro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57" y="3520440"/>
            <a:ext cx="2249885" cy="10972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" y="46725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destroy: 35 destroyed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023360" y="36118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plan and apply all run from the CLI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Destroyed after the demo so nothing keeps billing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and Helm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backend + 2 frontend pods, autoscaling 2 to 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Services; one Ingress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goes to the frontend, /api to the backend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runs as a hook Job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30936" y="3127248"/>
            <a:ext cx="2395728" cy="151790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6" name="Image 0" descr="D:/Resume projects/StudAura/docs/screenshots/app-login-via-ing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154680"/>
            <a:ext cx="2340864" cy="1463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672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through the Ingress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3950208" y="1115568"/>
            <a:ext cx="4764024" cy="2052215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9" name="Image 1" descr="D:/Resume projects/StudAura/docs/screenshots/terminal-kubect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143000"/>
            <a:ext cx="4709160" cy="19973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977640" y="3195215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pods,svc,ingress -n studaura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4020010" y="3721608"/>
            <a:ext cx="4624419" cy="69494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2" name="Image 2" descr="D:/Resume projects/StudAura/docs/screenshots/terminal-hel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442" y="3749040"/>
            <a:ext cx="4569555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77640" y="4443984"/>
            <a:ext cx="4709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list -A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with ArgoCD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09728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1097280"/>
            <a:ext cx="17373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514600" y="109728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14600" y="1097280"/>
            <a:ext cx="17373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publish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in GHCR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09728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097280"/>
            <a:ext cx="17373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branch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image.yaml: SHA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097280"/>
            <a:ext cx="1965960" cy="777240"/>
          </a:xfrm>
          <a:prstGeom prst="roundRect">
            <a:avLst>
              <a:gd name="adj" fmla="val 9412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1097280"/>
            <a:ext cx="1965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+ self-heal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103120" y="1481328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251960" y="1481328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481328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7232" y="2075688"/>
            <a:ext cx="4437696" cy="256946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6" name="Image 0" descr="D:/Resume projects/StudAura/docs/screenshots/argocd-appl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664" y="2103120"/>
            <a:ext cx="4382832" cy="2514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7200" y="46725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ArgoCD: Healthy, Synced to the deploy branch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623560" y="21945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 pulls its state from Git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holds no cluster credentials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 reverts manual drift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035710" y="3904488"/>
            <a:ext cx="2238940" cy="51206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20" name="Image 1" descr="D:/Resume projects/StudAura/docs/screenshots/terminal-argocd-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142" y="3931920"/>
            <a:ext cx="2184076" cy="457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623560" y="44439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application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80713" y="1115568"/>
            <a:ext cx="4067774" cy="224942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5" name="Image 0" descr="D:/Resume projects/StudAura/docs/screenshots/prometheus-targ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145" y="1143000"/>
            <a:ext cx="401291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39242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Prometheus: both backend pods UP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636008" y="1115568"/>
            <a:ext cx="4078224" cy="1958457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8" name="Image 1" descr="D:/Resume projects/StudAura/docs/screenshots/grafana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19035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101457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StudAura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4711773" y="3447288"/>
            <a:ext cx="2646535" cy="1472184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1" name="Image 2" descr="D:/Resume projects/StudAura/docs/screenshots/prometheus-http-reques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205" y="3474720"/>
            <a:ext cx="2591671" cy="1417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" y="3794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 scrapes /metrics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Alerts: backend down, 5xx, database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provisioned from Git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7498080" y="35204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request rate by status class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61872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39112"/>
            <a:ext cx="24688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tests, real PostgreSQL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46120" y="1261872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039112"/>
            <a:ext cx="24688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unit tests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1261872"/>
            <a:ext cx="26517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039112"/>
            <a:ext cx="24688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merged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" y="2715768"/>
            <a:ext cx="2249424" cy="2242229"/>
          </a:xfrm>
          <a:prstGeom prst="rect">
            <a:avLst/>
          </a:prstGeom>
          <a:solidFill>
            <a:srgbClr val="17191C"/>
          </a:solidFill>
          <a:ln w="12700">
            <a:solidFill>
              <a:srgbClr val="292D32"/>
            </a:solidFill>
            <a:prstDash val="solid"/>
          </a:ln>
        </p:spPr>
      </p:sp>
      <p:pic>
        <p:nvPicPr>
          <p:cNvPr id="14" name="Image 0" descr="D:/Resume projects/StudAura/docs/screenshots/terminal-py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2194560" cy="218736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26080" y="278892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-v: 656 passed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 use a throwaway database and a fake YouTube adapter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runs on desktop and phone sizes, with axe WCAG 2 A/AA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images scan clean: zero fixable HIGH or CRITICAL findings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 and limits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reviewed pull requests keep CI green.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is only trustworthy if every gate can fail.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removes cluster credentials from CI.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account policies shape the architecture as much as the code.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only: no domain or certificate yet.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 Mumbai, cluster in Sydney: about 260 ms per query.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data is not persisted.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 is destroyed after the demo to avoid cost.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StudAura: DevSecOps capstone</dc:title>
  <dc:subject>PptxGenJS Presentation</dc:subject>
  <dc:creator>Avishkar Chavan</dc:creator>
  <cp:lastModifiedBy>Avishkar Chavan</cp:lastModifiedBy>
  <cp:revision>1</cp:revision>
  <dcterms:created xsi:type="dcterms:W3CDTF">2026-10-16T15:13:21Z</dcterms:created>
  <dcterms:modified xsi:type="dcterms:W3CDTF">2026-10-16T15:13:21Z</dcterms:modified>
</cp:coreProperties>
</file>