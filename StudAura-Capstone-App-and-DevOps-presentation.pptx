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3.xml"/><Relationship Id="rId5" Type="http://schemas.openxmlformats.org/officeDocument/2006/relationships/slide" Target="slides/slide14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slide" Target="slides/slide18.xml"/><Relationship Id="rId10" Type="http://schemas.openxmlformats.org/officeDocument/2006/relationships/slide" Target="slides/slide1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StudAura and say the project has two halves: the product, and the delivery chain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sign-in page. Mention it is a real app: Supabase auth, FastAPI backend, React frontend, responsive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gives auth and Postgres; everything else is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request: browser, load balancer, ingress, then frontend or backend; backend talks to Supabase Postgres. Prometheus scrapes the backend; Grafana reads Prometheus.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green run. Every PR runs all gates. Only main publishes. Tags are always the commit SHA.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docker compose up, then the GHCR page with SHA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Trivy scanned and what a clean result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terraform plan, then the AWS console VPC resource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cluster and node group in the console, then the destroy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kubectl get pods, svc, ingress and helm list; then the app through the load balancer.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to main, CI moves the deploy branch, ArgoCD applies it. Main is never pushed to by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/metrics, the Prometheus targets page, then the Grafana dashboard with traffic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real CI runs and the local pytest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limits; graders respect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StudAura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Capture. Track. Revise.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YouTube-based learning workspace, shipped with a complete DevSecOps pipeline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Trivy · GHCR · Terraform · EKS · Helm · ArgoCD · Prometheus 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Avishkar Chavan · DevOps final capstone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78638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Note: the app walkthrough comes first - skip to slide 13 for the DevOps part.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StudAura does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40080" y="1298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videos or whole playlists; failures are reported per item.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80360" y="118872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063240" y="1298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1691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YouTube player that resumes where you stopped.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6118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with autosave, retry and conflict detection.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80360" y="310896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06324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revision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 from real playback; a revision queue.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40680" y="1161288"/>
            <a:ext cx="3200400" cy="20208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D:/Resume projects/StudAura/docs/screenshots/app-localhost-3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188720"/>
            <a:ext cx="3145536" cy="19659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94960" y="3209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localhost:3000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07830" y="3493008"/>
            <a:ext cx="688660" cy="14264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D:/Resume projects/StudAura/docs/screenshots/app-signup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62" y="3520440"/>
            <a:ext cx="633796" cy="1371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35661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through the EKS load balancer, on a phone-sized screen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Home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1-home-dashboard-31c0e1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Progress at a glance: stats, today's goal, one-click resume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Learning paths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2-all-learning-paths-56ce8d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Videos and playlists grouped into paths, with completion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Inside a learning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3-path-overview-2ac72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Each video shows its status and watch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Adding 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4-add-menu-956fdf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Import one YouTube video or a whole playlist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Watch and take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5-video-workspace-notes-624a4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The player and notes editor sit side by side; notes autosave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Timestamped comments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6-comments-2ddbc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Comments can point to an exact moment in the video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Daily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7-daily-goals-254ccf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Goals count real playback time, with the week shown as a chart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Revision queue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8-needs-revision-9df371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Flag a video for revision and review it by its due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My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09-my-notes-0a0f1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Every note in one searchable library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Calibri"/>
              </a:rPr>
              <a:t>Saved videos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9304" y="1051560"/>
            <a:ext cx="6556248" cy="3739896"/>
          </a:xfrm>
          <a:prstGeom prst="roundRect">
            <a:avLst>
              <a:gd name="adj" fmla="val 3000"/>
            </a:avLst>
          </a:prstGeom>
          <a:solidFill>
            <a:srgbClr val="17191C"/>
          </a:solidFill>
          <a:ln w="12700">
            <a:solidFill>
              <a:srgbClr val="292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aura-10-saved-videos-1a8179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65013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4828032"/>
            <a:ext cx="65562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B8BEC7"/>
                </a:solidFill>
                <a:latin typeface="Calibri"/>
              </a:rPr>
              <a:t>Bookmarked videos with status filters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editor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Playwright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(async)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via Supabase JWKS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prometheus-fastapi-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GHCR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AWS EKS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Helm, ArgoCD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2148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365760" y="214884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9202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1234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93192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 SPA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31920" y="30632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93192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30632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9224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3192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931920" y="420624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4206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492240" y="4206240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54480" y="2514600"/>
            <a:ext cx="36576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 flipV="1">
            <a:off x="3474720" y="160020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474720" y="265176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52160" y="3429000"/>
            <a:ext cx="6400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 flipV="1">
            <a:off x="4892040" y="3794760"/>
            <a:ext cx="0" cy="41148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5852160" y="4544568"/>
            <a:ext cx="640080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393192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goes to the frontend,  /api  goes to the backend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36576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tests, build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10312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non-root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84048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then GHCR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57784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31520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cluster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2880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56616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30352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04088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57200" y="22402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pull request and every push to main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on a real PostgreSQL service; a skipped test fails the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tagged with the commit SHA only, never latest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axe accessibility checks on main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24528" y="2167128"/>
            <a:ext cx="4489704" cy="21860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D:/Resume projects/StudAura/docs/screenshots/github-actions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194560"/>
            <a:ext cx="4434840" cy="2131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251960" y="438060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run on main: all jobs passed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and registry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8283" y="1115568"/>
            <a:ext cx="3106793" cy="288950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D:/Resume projects/StudAura/docs/screenshots/terminal-compos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15" y="1143000"/>
            <a:ext cx="3051929" cy="2834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0325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767328" y="1115568"/>
            <a:ext cx="4946904" cy="2364356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D:/Resume projects/StudAura/docs/screenshots/ghcr-bac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143000"/>
            <a:ext cx="4892040" cy="23094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94760" y="350735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GHCR: studaura-backend, commit-SHA tags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3794760" y="3931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Dockerfiles, both images run as non-root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commit SHAs; no latest tag is published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with Trivy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are scanned before they are pushed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fixable HIGH or CRITICAL blocks the publish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rendered Helm manifests are scanned on every 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Non-root, read-only filesystem, dropped capabilities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Git; actions pinned to commit SHAs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021315" y="1115568"/>
            <a:ext cx="4667531" cy="27066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D:/Resume projects/StudAura/docs/screenshots/trivy-report-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747" y="1143000"/>
            <a:ext cx="4612667" cy="2651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38496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image: 0 vulnerabilities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4206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 of the HIGH gate caught two Starlette CVEs; upgrading cleared them.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VPC and EKS as code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2 public and 2 private subnets in 2 zones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and a NAT gateway for the nodes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and a managed node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KMS key, add-ons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terraform.tfvars.example, no credentials in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tests run in CI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034604" y="1115568"/>
            <a:ext cx="4640952" cy="21122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D:/Resume projects/StudAura/docs/screenshots/aws-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2036" y="1143000"/>
            <a:ext cx="4586088" cy="2057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32552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console: VPC resource map, Sydney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995928" y="3538728"/>
            <a:ext cx="1883664" cy="1378452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D:/Resume projects/StudAura/docs/screenshots/terraform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566160"/>
            <a:ext cx="1828800" cy="132358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3566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6035040" y="3639312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6126480" y="4359859"/>
            <a:ext cx="2468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in one plan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applied and destroyed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29768" y="1115568"/>
            <a:ext cx="4169664" cy="1922301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D:/Resume projects/StudAura/docs/screenshots/aws-eks-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114800" cy="186743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065301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studaura-demo, Active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636008" y="1115568"/>
            <a:ext cx="4078224" cy="1798950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D:/Resume projects/StudAura/docs/screenshots/aws-eks-node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74408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294195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group: 2 x c7i-flex.large, Ready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905025" y="3493008"/>
            <a:ext cx="2304749" cy="11521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D:/Resume projects/StudAura/docs/screenshots/terraform-destro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7" y="3520440"/>
            <a:ext cx="2249885" cy="10972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" y="4672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destroy: 35 destroyed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4023360" y="3611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plan and apply all run from the CLI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once the evidence was captured, so nothing keeps billing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and Helm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backend + 2 frontend pods, autoscaling 2 to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Services; one Ingress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goes to the frontend, /api to the backend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runs as a hook Job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0936" y="3127248"/>
            <a:ext cx="2395728" cy="151790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D:/Resume projects/StudAura/docs/screenshots/app-login-via-in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154680"/>
            <a:ext cx="2340864" cy="1463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672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through the Ingress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950208" y="1115568"/>
            <a:ext cx="4764024" cy="2052215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D:/Resume projects/StudAura/docs/screenshots/terminal-kubec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143000"/>
            <a:ext cx="4709160" cy="19973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977640" y="3195215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pods,svc,ingress -n studaura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020010" y="3721608"/>
            <a:ext cx="4624419" cy="6949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D:/Resume projects/StudAura/docs/screenshots/terminal-he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442" y="3749040"/>
            <a:ext cx="4569555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77640" y="44439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list -A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with ArgoCD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36576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51460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51460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GHCR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66344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image.yaml: SHA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812280" y="1097280"/>
            <a:ext cx="1965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self-heal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0312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25196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40080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07232" y="2075688"/>
            <a:ext cx="4437696" cy="25694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D:/Resume projects/StudAura/docs/screenshots/argocd-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664" y="2103120"/>
            <a:ext cx="4382832" cy="2514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4672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ArgoCD: Healthy, Synced to the deploy branch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623560" y="2194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pulls its state from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holds no cluster credentials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reverts manual drift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35710" y="3904488"/>
            <a:ext cx="2238940" cy="5120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D:/Resume projects/StudAura/docs/screenshots/terminal-argocd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142" y="3931920"/>
            <a:ext cx="2184076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23560" y="44439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80713" y="1115568"/>
            <a:ext cx="4067774" cy="22494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D:/Resume projects/StudAura/docs/screenshots/prometheus-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45" y="1143000"/>
            <a:ext cx="4012910" cy="2194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3924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Prometheus: both backend pods UP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636008" y="1115568"/>
            <a:ext cx="4078224" cy="1958457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D:/Resume projects/StudAura/docs/screenshots/grafana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9035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3101457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StudAura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711773" y="3447288"/>
            <a:ext cx="2646535" cy="147218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D:/Resume projects/StudAura/docs/screenshots/prometheus-http-reques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205" y="3474720"/>
            <a:ext cx="2591671" cy="1417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scrapes /metrics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backend down, 5xx,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provisioned from Git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7498080" y="35204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request rate by status class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45720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674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tests, real PostgreSQL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24612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unit tests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03504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" y="2715768"/>
            <a:ext cx="2249424" cy="2242229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D:/Resume projects/StudAura/docs/screenshots/terminal-py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2194560" cy="21873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78892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-v: 674 passed (656 in the captured run)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use a throwaway database and a fake YouTube adapter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 on desktop and phone sizes, with axe WCAG 2 A/AA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scan clean: zero fixable HIGH or CRITICAL findings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limits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reviewed pull requests keep CI green.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only trustworthy if every gate can fail.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removes cluster credentials from CI.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 policies shape the architecture as much as the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only: no domain or certificate yet.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Mumbai, cluster in Sydney: about 260 ms per query.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data is not persisted.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is destroyed once the evidence is captured, to avoid cost.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StudAura: DevSecOps capstone</dc:title>
  <dc:subject>PptxGenJS Presentation</dc:subject>
  <dc:creator>Avishkar Chavan</dc:creator>
  <cp:lastModifiedBy>Avishkar Chavan</cp:lastModifiedBy>
  <cp:revision>1</cp:revision>
  <dcterms:created xsi:type="dcterms:W3CDTF">2026-10-16T15:13:21Z</dcterms:created>
  <dcterms:modified xsi:type="dcterms:W3CDTF">2026-10-16T15:13:21Z</dcterms:modified>
</cp:coreProperties>
</file>